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97A2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488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F66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STAYORA · CAPSTONE EXECUTION PLAN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109441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i="1" dirty="0">
                <a:solidFill>
                  <a:srgbClr val="162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Days to a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i="1" dirty="0">
                <a:solidFill>
                  <a:srgbClr val="162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Concierge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434340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Thu Aug 20</a:t>
            </a:r>
            <a:pPr indent="0" marL="0">
              <a:buNone/>
            </a:pPr>
            <a:r>
              <a:rPr lang="en-US" sz="1600" dirty="0">
                <a:solidFill>
                  <a:srgbClr val="5B66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  gap   →   </a:t>
            </a:r>
            <a:pPr indent="0" marL="0">
              <a:buNone/>
            </a:pPr>
            <a:r>
              <a:rPr lang="en-US" sz="1600" b="1" dirty="0">
                <a:solidFill>
                  <a:srgbClr val="1621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Sun Aug 23</a:t>
            </a:r>
            <a:pPr indent="0" marL="0">
              <a:buNone/>
            </a:pPr>
            <a:r>
              <a:rPr lang="en-US" sz="1600" dirty="0">
                <a:solidFill>
                  <a:srgbClr val="5B66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  </a:t>
            </a:r>
            <a:pPr indent="0" marL="0">
              <a:buNone/>
            </a:pPr>
            <a:r>
              <a:rPr lang="en-US" sz="1600" b="1" dirty="0">
                <a:solidFill>
                  <a:srgbClr val="1621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 Aug 24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8920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consecutive — Day 1 has to land in a state you can walk away from for two days and pick back up cold.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6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STAYORA — CAPSTONE EXECUTION PLAN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89985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08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D9DED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F66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WORKING ASSUMPTIONS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162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Scope, before anything else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67864" cy="2103120"/>
          </a:xfrm>
          <a:prstGeom prst="roundRect">
            <a:avLst>
              <a:gd name="adj" fmla="val 2609"/>
            </a:avLst>
          </a:prstGeom>
          <a:solidFill>
            <a:srgbClr val="F8F9F5"/>
          </a:solidFill>
          <a:ln w="12700">
            <a:solidFill>
              <a:srgbClr val="D9DE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2567864" cy="54864"/>
          </a:xfrm>
          <a:prstGeom prst="rect">
            <a:avLst/>
          </a:prstGeom>
          <a:solidFill>
            <a:srgbClr val="A97A2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65960"/>
            <a:ext cx="2202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6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ROUTESTACK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22021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API access confirmed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22021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2B6E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wire direct — no mock layer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90824" y="1737360"/>
            <a:ext cx="2567864" cy="2103120"/>
          </a:xfrm>
          <a:prstGeom prst="roundRect">
            <a:avLst>
              <a:gd name="adj" fmla="val 2609"/>
            </a:avLst>
          </a:prstGeom>
          <a:solidFill>
            <a:srgbClr val="F8F9F5"/>
          </a:solidFill>
          <a:ln w="12700">
            <a:solidFill>
              <a:srgbClr val="D9DE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90824" y="1737360"/>
            <a:ext cx="2567864" cy="54864"/>
          </a:xfrm>
          <a:prstGeom prst="rect">
            <a:avLst/>
          </a:prstGeom>
          <a:solidFill>
            <a:srgbClr val="A97A2F"/>
          </a:solidFill>
          <a:ln/>
        </p:spPr>
      </p:sp>
      <p:sp>
        <p:nvSpPr>
          <p:cNvPr id="11" name="Text 9"/>
          <p:cNvSpPr/>
          <p:nvPr/>
        </p:nvSpPr>
        <p:spPr>
          <a:xfrm>
            <a:off x="3573704" y="1965960"/>
            <a:ext cx="2202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6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73704" y="2286000"/>
            <a:ext cx="22021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API (Sonnet)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73704" y="3246120"/>
            <a:ext cx="22021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2B6E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for reliable tool-calling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33008" y="1737360"/>
            <a:ext cx="2567864" cy="2103120"/>
          </a:xfrm>
          <a:prstGeom prst="roundRect">
            <a:avLst>
              <a:gd name="adj" fmla="val 2609"/>
            </a:avLst>
          </a:prstGeom>
          <a:solidFill>
            <a:srgbClr val="F8F9F5"/>
          </a:solidFill>
          <a:ln w="12700">
            <a:solidFill>
              <a:srgbClr val="D9DE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33008" y="1737360"/>
            <a:ext cx="2567864" cy="54864"/>
          </a:xfrm>
          <a:prstGeom prst="rect">
            <a:avLst/>
          </a:prstGeom>
          <a:solidFill>
            <a:srgbClr val="A97A2F"/>
          </a:solidFill>
          <a:ln/>
        </p:spPr>
      </p:sp>
      <p:sp>
        <p:nvSpPr>
          <p:cNvPr id="16" name="Text 14"/>
          <p:cNvSpPr/>
          <p:nvPr/>
        </p:nvSpPr>
        <p:spPr>
          <a:xfrm>
            <a:off x="6415888" y="1965960"/>
            <a:ext cx="2202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6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15888" y="2286000"/>
            <a:ext cx="22021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15888" y="3246120"/>
            <a:ext cx="22021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2B6E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hosted free tier — Neon or Supabase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75191" y="1737360"/>
            <a:ext cx="2567864" cy="2103120"/>
          </a:xfrm>
          <a:prstGeom prst="roundRect">
            <a:avLst>
              <a:gd name="adj" fmla="val 2609"/>
            </a:avLst>
          </a:prstGeom>
          <a:solidFill>
            <a:srgbClr val="F8F9F5"/>
          </a:solidFill>
          <a:ln w="12700">
            <a:solidFill>
              <a:srgbClr val="D9DE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75191" y="1737360"/>
            <a:ext cx="2567864" cy="54864"/>
          </a:xfrm>
          <a:prstGeom prst="rect">
            <a:avLst/>
          </a:prstGeom>
          <a:solidFill>
            <a:srgbClr val="A97A2F"/>
          </a:solidFill>
          <a:ln/>
        </p:spPr>
      </p:sp>
      <p:sp>
        <p:nvSpPr>
          <p:cNvPr id="21" name="Text 19"/>
          <p:cNvSpPr/>
          <p:nvPr/>
        </p:nvSpPr>
        <p:spPr>
          <a:xfrm>
            <a:off x="9258071" y="1965960"/>
            <a:ext cx="2202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6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SCAFFOLDING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258071" y="2286000"/>
            <a:ext cx="22021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Reuse Week3Day4 / Week3Day5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58071" y="3246120"/>
            <a:ext cx="22021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2B6E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server + RAG/orchestrator patterns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429768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days is demo/capstone scope, not production: no full auth system, no payment processing. Reservations go through RouteStack's sandbox/test mode.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6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STAYORA — CAPSTONE EXECUTION PLAN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89985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08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D9DED6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97A2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8F66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   </a:t>
            </a:r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THU · AUG 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162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backbone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5B66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   </a:t>
            </a:r>
            <a:pPr indent="0" marL="0">
              <a:buNone/>
            </a:pPr>
            <a:r>
              <a:rPr lang="en-US" sz="1250" dirty="0">
                <a:solidFill>
                  <a:srgbClr val="1621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real natural-language query returns real ranked hotels — pulled live through an MCP tool layer wrapping RouteStack. No RAG, no booking yet: just Understand → Search, working end to end.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2040026"/>
            <a:ext cx="566928" cy="382676"/>
          </a:xfrm>
          <a:prstGeom prst="roundRect">
            <a:avLst>
              <a:gd name="adj" fmla="val 11947"/>
            </a:avLst>
          </a:prstGeom>
          <a:solidFill>
            <a:srgbClr val="E5E9E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040026"/>
            <a:ext cx="566928" cy="3826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6E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261872" y="1965960"/>
            <a:ext cx="10381183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21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Scaffold the repo: Node.js + Express, type: module, folders mirroring Week3Day5 — src/mcp, src/rag, src/agents, src/orchestrator. .env, README stub.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657246"/>
            <a:ext cx="566928" cy="382676"/>
          </a:xfrm>
          <a:prstGeom prst="roundRect">
            <a:avLst>
              <a:gd name="adj" fmla="val 11947"/>
            </a:avLst>
          </a:prstGeom>
          <a:solidFill>
            <a:srgbClr val="E5E9E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57246"/>
            <a:ext cx="566928" cy="3826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6E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2h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61872" y="2583180"/>
            <a:ext cx="10381183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21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tool server (src/mcp/routestackServer.js) via @modelcontextprotocol/sdk + zod: search_hotels, get_rates, get_policy as typed wrappers over RouteStack, normalized JSON out.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274466"/>
            <a:ext cx="566928" cy="382676"/>
          </a:xfrm>
          <a:prstGeom prst="roundRect">
            <a:avLst>
              <a:gd name="adj" fmla="val 11947"/>
            </a:avLst>
          </a:prstGeom>
          <a:solidFill>
            <a:srgbClr val="E5E9E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74466"/>
            <a:ext cx="566928" cy="3826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6E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1.5h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261872" y="3200400"/>
            <a:ext cx="10381183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21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Understand step: Claude call turning free text ("boutique hotel near downtown Austin, under $250/night, flexible cancellation, next weekend") into structured intent JSON. Test against 5 sample prompts.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891686"/>
            <a:ext cx="566928" cy="382676"/>
          </a:xfrm>
          <a:prstGeom prst="roundRect">
            <a:avLst>
              <a:gd name="adj" fmla="val 11947"/>
            </a:avLst>
          </a:prstGeom>
          <a:solidFill>
            <a:srgbClr val="E5E9E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891686"/>
            <a:ext cx="566928" cy="3826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6E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261872" y="3817620"/>
            <a:ext cx="10381183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21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Orchestrator v1: Understand → search_hotels → ranked-list response, sorted by price/rating for now. Expose as POST /chat.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508906"/>
            <a:ext cx="566928" cy="382676"/>
          </a:xfrm>
          <a:prstGeom prst="roundRect">
            <a:avLst>
              <a:gd name="adj" fmla="val 11947"/>
            </a:avLst>
          </a:prstGeom>
          <a:solidFill>
            <a:srgbClr val="E5E9E1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508906"/>
            <a:ext cx="566928" cy="3826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6E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1h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261872" y="4434840"/>
            <a:ext cx="10381183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21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Smoke test with 3 real scenarios against live RouteStack; log every request/response pair to a file — the seed of the audit trail.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5126126"/>
            <a:ext cx="566928" cy="382676"/>
          </a:xfrm>
          <a:prstGeom prst="roundRect">
            <a:avLst>
              <a:gd name="adj" fmla="val 11947"/>
            </a:avLst>
          </a:prstGeom>
          <a:solidFill>
            <a:srgbClr val="E5E9E1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126126"/>
            <a:ext cx="566928" cy="3826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6E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30m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261872" y="5052060"/>
            <a:ext cx="10381183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21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Commit. Write PROGRESS.md: exact state, open questions, next three steps. This is what Sunday-you reads first.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806440"/>
            <a:ext cx="11094415" cy="566928"/>
          </a:xfrm>
          <a:prstGeom prst="roundRect">
            <a:avLst>
              <a:gd name="adj" fmla="val 8065"/>
            </a:avLst>
          </a:prstGeom>
          <a:solidFill>
            <a:srgbClr val="F8F9F5"/>
          </a:solidFill>
          <a:ln w="12700">
            <a:solidFill>
              <a:srgbClr val="D9DE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5806440"/>
            <a:ext cx="54864" cy="566928"/>
          </a:xfrm>
          <a:prstGeom prst="rect">
            <a:avLst/>
          </a:prstGeom>
          <a:solidFill>
            <a:srgbClr val="A97A2F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806440"/>
            <a:ext cx="106372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F66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SHIPS TODAY   </a:t>
            </a:r>
            <a:pPr indent="0" marL="0">
              <a:buNone/>
            </a:pPr>
            <a:r>
              <a:rPr lang="en-US" sz="1200" dirty="0">
                <a:solidFill>
                  <a:srgbClr val="1621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/chat returns real, live RouteStack results from a plain-English request.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6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STAYORA — CAPSTONE EXECUTION PLAN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89985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08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D9DED6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97A2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8F66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2   </a:t>
            </a:r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SUN · AUG 23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162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Recommend, reserve, and a face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5B66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   </a:t>
            </a:r>
            <a:pPr indent="0" marL="0">
              <a:buNone/>
            </a:pPr>
            <a:r>
              <a:rPr lang="en-US" sz="1250" dirty="0">
                <a:solidFill>
                  <a:srgbClr val="1621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full agentic loop — Understand → Search → Recommend → Reserve — grounded in RAG for policy reasoning, with a real price re-check and confirmation gate before anything books. Plus a chat UI a person can actually use.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2029445"/>
            <a:ext cx="566928" cy="328008"/>
          </a:xfrm>
          <a:prstGeom prst="roundRect">
            <a:avLst>
              <a:gd name="adj" fmla="val 13939"/>
            </a:avLst>
          </a:prstGeom>
          <a:solidFill>
            <a:srgbClr val="E5E9E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029445"/>
            <a:ext cx="566928" cy="328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6E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261872" y="1965960"/>
            <a:ext cx="10381183" cy="5290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21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Re-orient: read PROGRESS.md, re-run the Day 1 smoke test to confirm RouteStack and env still behave.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558491"/>
            <a:ext cx="566928" cy="328008"/>
          </a:xfrm>
          <a:prstGeom prst="roundRect">
            <a:avLst>
              <a:gd name="adj" fmla="val 13939"/>
            </a:avLst>
          </a:prstGeom>
          <a:solidFill>
            <a:srgbClr val="E5E9E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558491"/>
            <a:ext cx="566928" cy="328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6E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2h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61872" y="2495006"/>
            <a:ext cx="10381183" cy="5290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21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layer: seed src/rag/knowledge/ with cancellation-policy explainers, a "how Stayora ranks" guide, sample preference profiles. Reuse Week3Day5's buildIndex.js embedding pipeline.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087537"/>
            <a:ext cx="566928" cy="328008"/>
          </a:xfrm>
          <a:prstGeom prst="roundRect">
            <a:avLst>
              <a:gd name="adj" fmla="val 13939"/>
            </a:avLst>
          </a:prstGeom>
          <a:solidFill>
            <a:srgbClr val="E5E9E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087537"/>
            <a:ext cx="566928" cy="328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6E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2h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261872" y="3024051"/>
            <a:ext cx="10381183" cy="5290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21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 agent: rank Day 1's results using preferences + RAG-retrieved policy context, generate the explanation ("free cancellation until 48h, 4.6★, matches downtown") — the deck's core differentiator.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616583"/>
            <a:ext cx="566928" cy="328008"/>
          </a:xfrm>
          <a:prstGeom prst="roundRect">
            <a:avLst>
              <a:gd name="adj" fmla="val 13939"/>
            </a:avLst>
          </a:prstGeom>
          <a:solidFill>
            <a:srgbClr val="E5E9E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616583"/>
            <a:ext cx="566928" cy="328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6E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261872" y="3553097"/>
            <a:ext cx="10381183" cy="5290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21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Reserve agent with safety checks: re-fetch price via get_rates right before booking to catch drift, require explicit confirmation, then call create_booking against RouteStack. Log every attempt.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145628"/>
            <a:ext cx="566928" cy="328008"/>
          </a:xfrm>
          <a:prstGeom prst="roundRect">
            <a:avLst>
              <a:gd name="adj" fmla="val 13939"/>
            </a:avLst>
          </a:prstGeom>
          <a:solidFill>
            <a:srgbClr val="E5E9E1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145628"/>
            <a:ext cx="566928" cy="328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6E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1.5h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261872" y="4082143"/>
            <a:ext cx="10381183" cy="5290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21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Postgres: minimal schema — sessions, reservations, saved_preferences. Wire confirmed bookings to persist.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674674"/>
            <a:ext cx="566928" cy="328008"/>
          </a:xfrm>
          <a:prstGeom prst="roundRect">
            <a:avLst>
              <a:gd name="adj" fmla="val 13939"/>
            </a:avLst>
          </a:prstGeom>
          <a:solidFill>
            <a:srgbClr val="E5E9E1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674674"/>
            <a:ext cx="566928" cy="328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6E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1.5h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261872" y="4611189"/>
            <a:ext cx="10381183" cy="5290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21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v1: React + Tailwind chat view — message thread, hotel comparison cards, inline confirm-before-book. Wired to /chat and /confirm-booking. No auth UI.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203720"/>
            <a:ext cx="566928" cy="328008"/>
          </a:xfrm>
          <a:prstGeom prst="roundRect">
            <a:avLst>
              <a:gd name="adj" fmla="val 13939"/>
            </a:avLst>
          </a:prstGeom>
          <a:solidFill>
            <a:srgbClr val="E5E9E1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203720"/>
            <a:ext cx="566928" cy="328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6E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30m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261872" y="5140234"/>
            <a:ext cx="10381183" cy="5290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21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Commit, update PROGRESS.md.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5806440"/>
            <a:ext cx="11094415" cy="566928"/>
          </a:xfrm>
          <a:prstGeom prst="roundRect">
            <a:avLst>
              <a:gd name="adj" fmla="val 8065"/>
            </a:avLst>
          </a:prstGeom>
          <a:solidFill>
            <a:srgbClr val="F8F9F5"/>
          </a:solidFill>
          <a:ln w="12700">
            <a:solidFill>
              <a:srgbClr val="D9DE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5806440"/>
            <a:ext cx="54864" cy="566928"/>
          </a:xfrm>
          <a:prstGeom prst="rect">
            <a:avLst/>
          </a:prstGeom>
          <a:solidFill>
            <a:srgbClr val="A97A2F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806440"/>
            <a:ext cx="106372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F66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SHIPS TODAY   </a:t>
            </a:r>
            <a:pPr indent="0" marL="0">
              <a:buNone/>
            </a:pPr>
            <a:r>
              <a:rPr lang="en-US" sz="1200" dirty="0">
                <a:solidFill>
                  <a:srgbClr val="1621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 "find me a hotel…" in the browser, get an explained recommendation, confirm it, and a real reservation lands in RouteStack and Postgres.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6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STAYORA — CAPSTONE EXECUTION PLAN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89985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08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D9DED6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97A2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8F66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3   </a:t>
            </a:r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 · AUG 24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162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show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5B66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   </a:t>
            </a:r>
            <a:pPr indent="0" marL="0">
              <a:buNone/>
            </a:pPr>
            <a:r>
              <a:rPr lang="en-US" sz="1250" dirty="0">
                <a:solidFill>
                  <a:srgbClr val="1621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Demoable without babysitting, and visibly matching what the deck promises: an orchestrator, distinct agents, a RAG layer, and an MCP tool boundary — not one script pretending to be four things.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2029445"/>
            <a:ext cx="566928" cy="328008"/>
          </a:xfrm>
          <a:prstGeom prst="roundRect">
            <a:avLst>
              <a:gd name="adj" fmla="val 13939"/>
            </a:avLst>
          </a:prstGeom>
          <a:solidFill>
            <a:srgbClr val="E5E9E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029445"/>
            <a:ext cx="566928" cy="328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6E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1.5h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261872" y="1965960"/>
            <a:ext cx="10381183" cy="5290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21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Guardrails (reuse the Week3Day5 pattern): graceful handling of RouteStack errors, no-results, ambiguous intent; refuse to book without explicit confirmation; a best-effort fallback if an agent step fails.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558491"/>
            <a:ext cx="566928" cy="328008"/>
          </a:xfrm>
          <a:prstGeom prst="roundRect">
            <a:avLst>
              <a:gd name="adj" fmla="val 13939"/>
            </a:avLst>
          </a:prstGeom>
          <a:solidFill>
            <a:srgbClr val="E5E9E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558491"/>
            <a:ext cx="566928" cy="328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6E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1h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61872" y="2495006"/>
            <a:ext cx="10381183" cy="5290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21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 script (reuse evaluate.js): 8–10 scripted scenarios — happy path, price drift, no availability, ambiguous request, policy question — run automatically, pass/fail logged.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087537"/>
            <a:ext cx="566928" cy="328008"/>
          </a:xfrm>
          <a:prstGeom prst="roundRect">
            <a:avLst>
              <a:gd name="adj" fmla="val 13939"/>
            </a:avLst>
          </a:prstGeom>
          <a:solidFill>
            <a:srgbClr val="E5E9E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087537"/>
            <a:ext cx="566928" cy="328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6E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2h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261872" y="3024051"/>
            <a:ext cx="10381183" cy="5290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21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polish pass: loading/typing states, comparison-card hierarchy, confirmation modal, empty/error states, a mobile-reasonable layout.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616583"/>
            <a:ext cx="566928" cy="328008"/>
          </a:xfrm>
          <a:prstGeom prst="roundRect">
            <a:avLst>
              <a:gd name="adj" fmla="val 13939"/>
            </a:avLst>
          </a:prstGeom>
          <a:solidFill>
            <a:srgbClr val="E5E9E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616583"/>
            <a:ext cx="566928" cy="328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6E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261872" y="3553097"/>
            <a:ext cx="10381183" cy="5290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21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sanity check against slide 7: confirm the four boxes — Orchestrator, Agents, RAG, MCP→RouteStack — are actually distinct in the running code and logs.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145628"/>
            <a:ext cx="566928" cy="328008"/>
          </a:xfrm>
          <a:prstGeom prst="roundRect">
            <a:avLst>
              <a:gd name="adj" fmla="val 13939"/>
            </a:avLst>
          </a:prstGeom>
          <a:solidFill>
            <a:srgbClr val="E5E9E1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145628"/>
            <a:ext cx="566928" cy="328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6E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1h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261872" y="4082143"/>
            <a:ext cx="10381183" cy="5290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21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README + a 3-scenario demo script: a clean booking, a caught price-drift, a policy question. Plus setup instructions.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674674"/>
            <a:ext cx="566928" cy="328008"/>
          </a:xfrm>
          <a:prstGeom prst="roundRect">
            <a:avLst>
              <a:gd name="adj" fmla="val 13939"/>
            </a:avLst>
          </a:prstGeom>
          <a:solidFill>
            <a:srgbClr val="E5E9E1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674674"/>
            <a:ext cx="566928" cy="328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6E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1h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261872" y="4611189"/>
            <a:ext cx="10381183" cy="5290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21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a 2–3 min demo clip as a fallback in case the RouteStack sandbox is flaky live.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203720"/>
            <a:ext cx="566928" cy="328008"/>
          </a:xfrm>
          <a:prstGeom prst="roundRect">
            <a:avLst>
              <a:gd name="adj" fmla="val 13939"/>
            </a:avLst>
          </a:prstGeom>
          <a:solidFill>
            <a:srgbClr val="E5E9E1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203720"/>
            <a:ext cx="566928" cy="328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6E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30m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261872" y="5140234"/>
            <a:ext cx="10381183" cy="5290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21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Buffer — bug bash on whatever broke.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5806440"/>
            <a:ext cx="11094415" cy="566928"/>
          </a:xfrm>
          <a:prstGeom prst="roundRect">
            <a:avLst>
              <a:gd name="adj" fmla="val 8065"/>
            </a:avLst>
          </a:prstGeom>
          <a:solidFill>
            <a:srgbClr val="F8F9F5"/>
          </a:solidFill>
          <a:ln w="12700">
            <a:solidFill>
              <a:srgbClr val="D9DE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5806440"/>
            <a:ext cx="54864" cy="566928"/>
          </a:xfrm>
          <a:prstGeom prst="rect">
            <a:avLst/>
          </a:prstGeom>
          <a:solidFill>
            <a:srgbClr val="A97A2F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806440"/>
            <a:ext cx="106372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F66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SHIPS TODAY   </a:t>
            </a:r>
            <a:pPr indent="0" marL="0">
              <a:buNone/>
            </a:pPr>
            <a:r>
              <a:rPr lang="en-US" sz="1200" dirty="0">
                <a:solidFill>
                  <a:srgbClr val="1621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rehearsed, demoable Stayora that matches every claim on the Solution and Architecture slides.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6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STAYORA — CAPSTONE EXECUTION PLAN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89985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08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D9DED6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F66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DAY 1 — WEDNESDAY NIGHT, ~30 MIN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162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Prep, not build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3C7A5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801368"/>
            <a:ext cx="105914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RouteStack docs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139696"/>
            <a:ext cx="10591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base URL, auth method, rate limits, sandbox/test mode. Get keys into .env tonight, not Thursday morning.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3C7A5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0632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3035808"/>
            <a:ext cx="105914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Credentials ready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3374136"/>
            <a:ext cx="10591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Anthropic API key ready, and a Postgres connection string from a free Neon or Supabase project.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3C7A5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2976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4270248"/>
            <a:ext cx="105914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Endpoint field names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4608576"/>
            <a:ext cx="10591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Skim RouteStack's search / rates / policy / booking endpoints — their field names decide the MCP tool schemas you write first thing Thursday.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6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STAYORA — CAPSTONE EXECUTION PLAN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89985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08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D9DED6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F66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NAMED EARLY, NOT DISCOVERED LATE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162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Risks worth naming now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A9522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801368"/>
            <a:ext cx="105914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RouteStack sandbox availability or rate limits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139696"/>
            <a:ext cx="10591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Wednesday night, not mid-build Thursday.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A9522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0632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3035808"/>
            <a:ext cx="105914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Business-model scope creep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3374136"/>
            <a:ext cx="10591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B2B/white-label and premium-subscription slides are pitch narrative, not a Day 3 feature request.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A9522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2976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4270248"/>
            <a:ext cx="105914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Hosted Postgres latency from a Windows dev box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4608576"/>
            <a:ext cx="10591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the connection Day 1, before Day 2 depends on it for every booking.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6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STAYORA — CAPSTONE EXECUTION PLAN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89985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08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D9DED6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97A2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97A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STAYORA · CAPSTONE EXECUTION PLAN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11094415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i="1" dirty="0">
                <a:solidFill>
                  <a:srgbClr val="EE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days. One working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i="1" dirty="0">
                <a:solidFill>
                  <a:srgbClr val="EE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concierge.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42062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0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Drafted for the build spanning Aug 20–24, 2026.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08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Stayora Build Plan</dc:title>
  <dc:subject>PptxGenJS Presentation</dc:subject>
  <dc:creator>Mousa Ayoubi</dc:creator>
  <cp:lastModifiedBy>Mousa Ayoubi</cp:lastModifiedBy>
  <cp:revision>1</cp:revision>
  <dcterms:created xsi:type="dcterms:W3CDTF">2026-08-19T14:43:00Z</dcterms:created>
  <dcterms:modified xsi:type="dcterms:W3CDTF">2026-08-19T14:43:00Z</dcterms:modified>
</cp:coreProperties>
</file>